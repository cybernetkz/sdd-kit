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Строк в pull request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Медиана</c:v>
                  </c:pt>
                  <c:pt idx="1">
                    <c:v>Среднее</c:v>
                  </c:pt>
                  <c:pt idx="2">
                    <c:v>Верхние 10 %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</c:v>
                </c:pt>
                <c:pt idx="1">
                  <c:v>1893</c:v>
                </c:pt>
                <c:pt idx="2">
                  <c:v>4221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6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6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 критерия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Существующий код + несколько репозиториев</c:v>
                  </c:pt>
                  <c:pt idx="1">
                    <c:v>Принудительность проверок</c:v>
                  </c:pt>
                  <c:pt idx="2">
                    <c:v>Порог входа и живучесть</c:v>
                  </c:pt>
                  <c:pt idx="3">
                    <c:v>Стоимость цикла</c:v>
                  </c:pt>
                  <c:pt idx="4">
                    <c:v>Независимость от агента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6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26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2A357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4206240" cy="4206240"/>
          </a:xfrm>
          <a:prstGeom prst="ellipse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WEB-2305  ·  CYBERNETAI  ·  R&amp;D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Переход разработки на Spec-Driven Development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Процесс, управляемый спецификациями: единый стандарт написания кода агентами,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переживёт миграцию на HubTalk, отказ от Asterisk и появление новых сервисов.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2026  ·  30–40 минут + вопросы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ЗАЧЕМ ЭТО НУЖНО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работаем сейчас — измеренные факты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46504"/>
            <a:ext cx="46634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33,2 %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289658"/>
            <a:ext cx="46634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исправления ошибок против 26,0 % новых функций — починки больше, чем разработки (1576 pull request)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28416"/>
            <a:ext cx="46634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871570"/>
            <a:ext cx="46634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потребовали больше одного pull request — задачу переделывали. Худшие: WEB-2001 — 9 PR, WEB-1560 — 8 PR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64024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10328"/>
            <a:ext cx="46634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" y="5453482"/>
            <a:ext cx="46634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и 62 файла — размер верхних 10 % pull request в web-backend-new при медиане 412 строк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pull request, строк (web-backend-new)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26480" y="19659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OUR_PATTERNS.md — анализ git-истории четырёх репозиториев и 2 ГБ транскриптов агентных сессий.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ЗАЧЕМ ЭТО НУЖНО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документ с правилами не работает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367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разные стратегии слияния веток на четыре репозитория.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3500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тикету гуляет от 2 % (postcall-analytics) до 73 % (web-backend-new).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1780 коммитов в cybernet3.0 залиты в основную ветку мимо pull request.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764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же, где нет pull request, переделки достигают 43,8 % задач.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вывод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Договорённости без автоматических проверок у нас не выживают. Это измеренный факт, а не мнение — поэтому основа нового процесса не методичка, а блокирующие проверки.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ЗАЧЕМ ЭТО НУЖНО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узких места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2938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Неясные технические задания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64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уточняются уже после написания кода — отсюда переделки после ревью и «фикс фикса».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19659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9168" y="192938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не знает систему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10528" y="2560320"/>
            <a:ext cx="4864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репозиториев, около миллиона строк кода: 3,75 поисковых запроса на одну правку, 95 % токенов уходит на чтение контекста.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51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288536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на стыках сервисов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4919472"/>
            <a:ext cx="4864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web-backend-new и voice-agent даёт 35 % задач voice-agent. Контракты — неформальный markdown без схем и без проверок.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6208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43251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9168" y="4288536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на ревью и тестирование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10528" y="4919472"/>
            <a:ext cx="4864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Медленное ревью заставляет копить большие изменения — большие изменения прячут дефекты.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ЧТО ВЫБРАЛИ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выбирали: 23 кандидата, один фильтр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инструмента и методики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OpenSpec, spec-kit, BMAD, GSD, cc-sdd, superpowers и другие — читали исходный код, а не рекламные описания.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172968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фильтр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обязан работать с уже существующим кодом и с несколькими репозиториями. Полностью фильтр проходит только OpenSpec.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54296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инструмент не закрывает больше двух узких мест — стандарт собирается как стек из слоёв.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оценки и их веса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126480" y="2057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SDD_EVALUATION.md — карточки кандидатов и взвешенная матрица; провал фильтра выбивает кандидата независимо от суммы баллов.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ЧТО ВЫБРАЛИ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 из четырёх слоёв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ED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73936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до кода</a:t>
            </a:r>
            <a:endParaRPr lang="en-US" sz="15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лечит неясные задания и переделки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20640" y="1755648"/>
            <a:ext cx="6309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OpenSpec: дельта-спецификации изменений + проверка openspec validate --strict в CI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ED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200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80944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карта репозитория</a:t>
            </a:r>
            <a:endParaRPr lang="en-US" sz="15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быстро понимает систему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120640" y="2962656"/>
            <a:ext cx="6309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Тонкий AGENTS.md (не длиннее 500 строк) + карта модулей; первичное наполнение спецификаций — агент spec-miner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ED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87952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 между сервисами</a:t>
            </a:r>
            <a:endParaRPr lang="en-US" sz="15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лечит интеграционные ошибки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20640" y="4169664"/>
            <a:ext cx="6309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репозиторий cybernet-specs: спецификации api/v1, внешнего WebAPI, redis-потоков + контрактные тесты в CI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669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ED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5614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394960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 и гейты</a:t>
            </a:r>
            <a:endParaRPr lang="en-US" sz="15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 очередь на ревью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120640" y="5376672"/>
            <a:ext cx="6309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Агенты-ревьюеры (python / fastapi / database) + единая точка make test в CI на каждый pull request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ЧТО ВЫБРАЛИ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понятия — говорим на одном языке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Дельта-спецификация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32888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только изменения, а не всей системы целиком. Дёшево писать, легко проверять машиной.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/>
          <p:nvPr/>
        </p:nvSpPr>
        <p:spPr>
          <a:xfrm>
            <a:off x="6556248" y="194767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Гейт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56248" y="2532888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проверка, которая блокирует слияние, если условие не выполнено. Не совет, а запрет.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0682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Контракт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Зафиксированная схема взаимодействия между сервисами: поля, форматы, потоки. Проверяется тестами в CI.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430682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Feature-флаг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56248" y="4892040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в конфигурации: код влит, но выключен, пока не готов. У флага есть владелец, тикет и дата удаления.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ЧТО ВЫБРАЛИ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магии: «скиллы» — промпты, «хуки» — код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3248" cy="2194560"/>
          </a:xfrm>
          <a:prstGeom prst="roundRect">
            <a:avLst>
              <a:gd name="adj" fmla="val 3333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65376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«Скиллы», «правила», «плагины» = промпты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578608"/>
            <a:ext cx="4828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названия. На деле — тексты-инструкции, которые подставляются в контекст модели: в каждый запрос или в ключевые точки работы. Модель может их не выполнить — это совет, а не гарантия.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6208" y="1645920"/>
            <a:ext cx="5413248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28816" y="1865376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Хуки = обычный код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8816" y="2578608"/>
            <a:ext cx="4828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Pre-commit, PreToolUse, PostToolUse — детерминированный код на событиях (Claude Code или git). Пример: автоформатирование после каждой правки кода агентом. Выполняется всегда — проигнорировать невозможно.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413248" cy="1965960"/>
          </a:xfrm>
          <a:prstGeom prst="roundRect">
            <a:avLst>
              <a:gd name="adj" fmla="val 3721"/>
            </a:avLst>
          </a:prstGeom>
          <a:solidFill>
            <a:srgbClr val="ED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4370832"/>
            <a:ext cx="237744" cy="23774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79392"/>
            <a:ext cx="4544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Принуждение — только детерминированный код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248" y="4828032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Блокируют хуки и CI. Промпты (скиллы, правила) — совещательный слой: полезны, но на них нельзя опереть стандарт.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4114800"/>
            <a:ext cx="5413248" cy="1965960"/>
          </a:xfrm>
          <a:prstGeom prst="roundRect">
            <a:avLst>
              <a:gd name="adj" fmla="val 3721"/>
            </a:avLst>
          </a:prstGeom>
          <a:solidFill>
            <a:srgbClr val="ED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4370832"/>
            <a:ext cx="237744" cy="23774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876288" y="4279392"/>
            <a:ext cx="4544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Проверяемость обязательна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816" y="4828032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скилла и инструмента должен быть способ убедиться, что он реально сработал. Непроверяемое вычищаем: 95 % из ~285 скиллов не использовались ни разу.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задачи: от заявки до слияния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600200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заявки (процесс RAISE)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+ приоритизация RICE → тикет в YouTrack. Ошибки — сразу тикетом, без приоритизации, но с обязательными полями.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807208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задания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утверждения тикета с кодом и спецификациями. Серьёзная развилка — вопрос автору; пока ждём ответа — прототип (см. следующий слайд).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965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4014216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— OpenSpec-изменение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+ дельта-спецификации + задачи. Для сложных задач — «прожарка» плана: граничные случаи, откат, миграции.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5221224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— от QA, до кода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проверяет манифест и пишет тесты по сценариям до реализации. Разработчики тесты не пишут. Тесты обязаны сначала упасть.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682496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3992" y="1600200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feature/WEB-XXXX от dev. Код и спецификация меняются вместе, в одном pull request.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2889504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3992" y="2807208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 ревью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проверка по тест-кейсам, make sdd-check, агенты-ревьюеры по диффу.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4096512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93992" y="4014216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и передача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→ блокирующие проверки CI → слияние → комментарий тестировщику: что и как проверить.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схема — WORKFLOW.md; для функций процесс ведёт навык feature-flow, для ошибок — incident-flow.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вместо ожидания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D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85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задан — работа не стоит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Серьёзная развилка в задании требует ответа автора. Но пока ждём ответа, часто выгоднее собрать прототип по рекомендуемому варианту, чем простаивать.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DF3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410712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— тоже артефакт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явно помечен как прототип, к нему прилагается просьба проверить. Ответ автора либо подтверждает направление, либо прототип дёшево выбрасывается — это всё равно быстрее простоя.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разные — путь разный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Мелкую понятную правку делаем сразу по лёгкому уровню. Сложную или рискованную — через полную проверку спецификаций и «прожарку» плана (следующий слайд).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из шага «Проверка задания»: блокирует только серьёзная развилка; мелкие пробелы — зафиксировать допущение и продолжать.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уровня задач — проверки не меняются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2651760"/>
          </a:xfrm>
          <a:prstGeom prst="roundRect">
            <a:avLst>
              <a:gd name="adj" fmla="val 2759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385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Лёгкий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спецификация: зачем + что + регрессионный тест. Без «прожарки» плана и документа тест-кейсов.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11296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08576" y="19385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Стандартный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08576" y="251460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процесс с предыдущего слайда: план, «прожарка», тест-кейсы, ревью.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11296" cy="2651760"/>
          </a:xfrm>
          <a:prstGeom prst="roundRect">
            <a:avLst>
              <a:gd name="adj" fmla="val 2759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193852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Глубокий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94192" y="251460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то же + фаза исследования архитектуры: сравнение вариантов и запись решения (ADR).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011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одинаковы на всех уровнях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существует всегда; тесты, ревью и CI обязательны. Обойти нельзя даже «мелочь»: медианный pull request — 3–7 файлов, и именно мелкие задачи чаще всего обходят правила.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Ветки, размер изменений и feature-флаги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911096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остаётся: ветка → pull request → dev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4828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коммиты в основную ветку — нет: они отключают все проверки. Это уже «попробовано» в cybernet3.0.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6208" y="1691640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/>
          <p:nvPr/>
        </p:nvSpPr>
        <p:spPr>
          <a:xfrm>
            <a:off x="6528816" y="1911096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ветки и размер изменения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28816" y="2606040"/>
            <a:ext cx="4828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Ветка: предупреждение после 2 дней, блокировка после 5. Сверхбольшой pull request — только с обоснованием «почему» в описании.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270248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с датой удаления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4965192"/>
            <a:ext cx="4828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флага — владелец, тикет и срок жизни. Просроченный флаг: 7 дней предупреждение, затем блокировка сборки.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6208" y="4050792"/>
            <a:ext cx="5413248" cy="2084832"/>
          </a:xfrm>
          <a:prstGeom prst="roundRect">
            <a:avLst>
              <a:gd name="adj" fmla="val 3509"/>
            </a:avLst>
          </a:prstGeom>
          <a:solidFill>
            <a:srgbClr val="ED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4270248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флаги: HubTalk и Asterisk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28816" y="4965192"/>
            <a:ext cx="4828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замена делается через прослойку и переключатель реализации, а не через долгоживущую ветку. Контракты мигрируют по схеме «добавить рядом → переключить → удалить».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ADR-0006 и ADR-0007; исследование — REPORT_TBD_PROJECTSTORE.md.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Автоматические проверки: что именно блокирует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4160520"/>
          </a:xfrm>
          <a:prstGeom prst="roundRect">
            <a:avLst>
              <a:gd name="adj" fmla="val 2083"/>
            </a:avLst>
          </a:prstGeom>
          <a:solidFill>
            <a:srgbClr val="ED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56816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7452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Локально, перед коммитом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468880"/>
            <a:ext cx="28895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 правки кода без активного OpenSpec-изменения (spec-guard)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Линтеры и гигиена кода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sdd-check: AGENTS.md + валидация спецификаций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11296" cy="4160520"/>
          </a:xfrm>
          <a:prstGeom prst="roundRect">
            <a:avLst>
              <a:gd name="adj" fmla="val 2083"/>
            </a:avLst>
          </a:prstGeom>
          <a:solidFill>
            <a:srgbClr val="EDF3FC"/>
          </a:solidFill>
          <a:ln/>
        </p:spPr>
      </p:sp>
      <p:sp>
        <p:nvSpPr>
          <p:cNvPr id="9" name="Shape 7"/>
          <p:cNvSpPr/>
          <p:nvPr/>
        </p:nvSpPr>
        <p:spPr>
          <a:xfrm>
            <a:off x="4626864" y="1956816"/>
            <a:ext cx="237744" cy="23774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187452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блокирующие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8895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test: линтеры + проверка спецификаций + pytest + контрактные тесты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ветки и размер pull request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feature-флаги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11296" cy="4160520"/>
          </a:xfrm>
          <a:prstGeom prst="roundRect">
            <a:avLst>
              <a:gd name="adj" fmla="val 2083"/>
            </a:avLst>
          </a:prstGeom>
          <a:solidFill>
            <a:srgbClr val="ED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1956816"/>
            <a:ext cx="237744" cy="23774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8759952" y="187452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совещательные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2468880"/>
            <a:ext cx="28895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агентов-ревьюеров к диффу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блокируют слияние: медленное ревью не должно заставлять копить большие изменения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блокирует только быстрая детерминированная проверка; выводы искусственного интеллекта — совещательные.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РАБОЧИЙ 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на каждом этапе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11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youtrack-mcp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32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тикетов, комментарии и перевод статусов прямо из агента.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8" name="Text 6"/>
          <p:cNvSpPr/>
          <p:nvPr/>
        </p:nvSpPr>
        <p:spPr>
          <a:xfrm>
            <a:off x="4608576" y="1911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+ cybernet-specs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08576" y="2532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Спецификации и изменения в каждом репозитории; центральный репозиторий — контракты между сервисами.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1911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94192" y="2532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Актуальная документация библиотек и интерфейсов по запросу агента.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97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818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знаний по репозиторию — быстрая навигация при разборе задачи.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4256" y="3977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4197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Ревьюеры + статический анализ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08576" y="4818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python / fastapi / database + ruff, radon, semgrep и другие.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19872" y="397764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D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419709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setup-dev.sh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94192" y="4818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всего стека на машину разработчика одним скриптом.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ЧЕСТНОСТЬ ВЫБОРА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отклонили и почему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347472" cy="3474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655064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spec-kit, BMAD, cc-sdd, superpowers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работают с несколькими репозиториями; их «проверки» — текст для модели, без реальной блокировки.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6936"/>
            <a:ext cx="347472" cy="3474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825496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«Чистый» trunk-based development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Коммиты прямо в dev убирают точку, к которой прикреплены все проверки. Результат уже виден в cybernet3.0: 1780 коммитов мимо pull request, переделки 43,8 %.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347472" cy="3474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99592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ProjectStore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«Память проекта», а не хранилище спецификаций: нет поддержки нескольких репозиториев, проверка никогда не блокирует. Забрали две идеи, плагин не ставим.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347472" cy="3474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39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5166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feature-флагов (Unleash и др.)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Избыточны, пока не нужна процентная раскатка. Свой реестр — один модуль с полями «владелец, тикет, срок жизни».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разбор 23 кандидатов со ссылками на исходный код — SDD_EVALUATION.md и REPORT_TBD_PROJECTSTORE.md.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ЧЕСТНОСТЬ ВЫБОРА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Известные слабости и как они закрыты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38528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OpenSpec имеет обходы; проект держится на одном человеке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2240280"/>
            <a:ext cx="566928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519672" y="18288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775704" y="1938528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проверки в CI, запрет обходных флагов, закреплённая версия инструмента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383280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Хранилища спецификаций (stores) — в статусе «бета»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3685032"/>
            <a:ext cx="566928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9672" y="3273552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75704" y="3383280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 с оговорками: свежесть контрактов поддерживается через git pull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828032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размера и возраста — стартовые значения, не истина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5129784"/>
            <a:ext cx="566928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718304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4828032"/>
            <a:ext cx="4617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задаются на репозиторий и калибруются по данным пилота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9672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закрыта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ПЛАН ВНЕДРЕНИЯ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внедрения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572768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Чистка обвязки агентов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95 % из ~285 навыков не использовались ни разу — убираем до внедрения.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651760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в каждом репозитории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openspec/, тонкий AGENTS.md, make test, проверка в CI.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3730752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Первичное наполнение спецификаций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spec-miner, по одной возможности системы за проход. Без массовой конверсии.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809744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репозиторий контрактов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контракты — связка WBN и VA плюс redis-потоки cybernet3.0.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3992" y="1572768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без блокировки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pull request и возраст ветки — спринт сбора данных, ничего не блокируем.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724912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3992" y="2651760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feature-флагов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потребитель — работы по HubTalk и отказу от Asterisk.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803904"/>
            <a:ext cx="347472" cy="347472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93992" y="3730752"/>
            <a:ext cx="4818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Включение блокирующих порогов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после замеров, значения — на каждый репозиторий отдельно.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491032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D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02005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и измерение эффекта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Замеряем размер pull request и долю переделок до и после включения порогов.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меняется лично для разработчика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63677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кода — короткая спецификация изменения; для мелкой задачи — минимальная.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47802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живёт не дольше нескольких дней; большое изменение делится на части за feature-флагом.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31927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 начинают агенты — человек смотрит их выводы и дифф, а не читает всё подряд.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вопрос вместо десяти правил: «зелёный ли make sdd-check?»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эффект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9202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/>
        </p:spPr>
      </p:sp>
      <p:sp>
        <p:nvSpPr>
          <p:cNvPr id="18" name="Text 16"/>
          <p:cNvSpPr/>
          <p:nvPr/>
        </p:nvSpPr>
        <p:spPr>
          <a:xfrm>
            <a:off x="8028432" y="20116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18,4 % → ниже</a:t>
            </a:r>
            <a:endParaRPr lang="en-US" sz="1700" dirty="0"/>
          </a:p>
          <a:p>
            <a:pPr indent="0" marL="0">
              <a:buNone/>
            </a:pPr>
            <a:r>
              <a:rPr lang="en-US" sz="10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задач, которые пришлось переделывать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772400" y="2962656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/>
        </p:spPr>
      </p:sp>
      <p:sp>
        <p:nvSpPr>
          <p:cNvPr id="20" name="Text 18"/>
          <p:cNvSpPr/>
          <p:nvPr/>
        </p:nvSpPr>
        <p:spPr>
          <a:xfrm>
            <a:off x="8028432" y="305409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→ ниже</a:t>
            </a:r>
            <a:endParaRPr lang="en-US" sz="1700" dirty="0"/>
          </a:p>
          <a:p>
            <a:pPr indent="0" marL="0">
              <a:buNone/>
            </a:pPr>
            <a:r>
              <a:rPr lang="en-US" sz="10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исправлений во всей работе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0" y="4005072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/>
        </p:spPr>
      </p:sp>
      <p:sp>
        <p:nvSpPr>
          <p:cNvPr id="22" name="Text 20"/>
          <p:cNvSpPr/>
          <p:nvPr/>
        </p:nvSpPr>
        <p:spPr>
          <a:xfrm>
            <a:off x="8028432" y="409651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endParaRPr lang="en-US" sz="1700" dirty="0"/>
          </a:p>
          <a:p>
            <a:pPr indent="0" marL="0">
              <a:buNone/>
            </a:pPr>
            <a:r>
              <a:rPr lang="en-US" sz="1050" dirty="0">
                <a:solidFill>
                  <a:srgbClr val="A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для агентов: карта вместо 3,75 поисков на правку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5896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соблюдает автоматика, а не память. Разработчик занимается задачей — процесс следит за собой сам.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A3578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для самостоятельного изучения: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9601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Web-2305 в YouTrack — постановка задачи и трекинг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OUR_PATTERNS.md — измеренные факты о том, как мы работаем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SDD_EVALUATION.md — карточки 23 кандидатов и взвешенная матрица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REPORT_TBD_PROJECTSTORE.md — ветки, флаги, отклонённый ProjectStore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WORKFLOW.md — полная схема процесса от заявки до слияния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ADR-0001…0011 — принятые архитектурные решения с обоснованиями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2026-07-30T13:36:45Z</dcterms:created>
  <dcterms:modified xsi:type="dcterms:W3CDTF">2026-07-30T13:36:45Z</dcterms:modified>
</cp:coreProperties>
</file>